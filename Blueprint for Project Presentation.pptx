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59" r:id="rId6"/>
    <p:sldId id="263" r:id="rId7"/>
    <p:sldId id="267" r:id="rId8"/>
    <p:sldId id="264" r:id="rId9"/>
    <p:sldId id="265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9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28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74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54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47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3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6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99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41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52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92B8E-F8DC-4078-BA0D-55AF45D20AD7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E1ED-E290-4E96-A388-EB61D5401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59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40F6-6C0E-A275-A066-367D7031C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142" y="218849"/>
            <a:ext cx="9144000" cy="2387600"/>
          </a:xfrm>
        </p:spPr>
        <p:txBody>
          <a:bodyPr/>
          <a:lstStyle/>
          <a:p>
            <a:r>
              <a:rPr lang="en-GB" dirty="0"/>
              <a:t>Title of the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E4B4C-19E7-454F-7D9A-C5C7C35C2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429" y="3602037"/>
            <a:ext cx="9851571" cy="2537505"/>
          </a:xfrm>
        </p:spPr>
        <p:txBody>
          <a:bodyPr>
            <a:normAutofit/>
          </a:bodyPr>
          <a:lstStyle/>
          <a:p>
            <a:r>
              <a:rPr lang="en-GB" dirty="0"/>
              <a:t>Name(s) of the Team Member(s)</a:t>
            </a:r>
          </a:p>
          <a:p>
            <a:r>
              <a:rPr lang="en-GB" dirty="0"/>
              <a:t>Capstone Project </a:t>
            </a:r>
          </a:p>
          <a:p>
            <a:r>
              <a:rPr lang="en-GB" dirty="0"/>
              <a:t>Batch Code: *YOUR BATCH CODE*</a:t>
            </a:r>
          </a:p>
          <a:p>
            <a:r>
              <a:rPr lang="en-GB" dirty="0"/>
              <a:t>Project Guide: Priya Shanmugam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92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A6B8-798B-BB90-7124-C4851C1B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525"/>
            <a:ext cx="10515600" cy="1637846"/>
          </a:xfrm>
        </p:spPr>
        <p:txBody>
          <a:bodyPr>
            <a:normAutofit fontScale="90000"/>
          </a:bodyPr>
          <a:lstStyle/>
          <a:p>
            <a:r>
              <a:rPr lang="en-GB" dirty="0"/>
              <a:t>Problem Statement</a:t>
            </a:r>
            <a:br>
              <a:rPr lang="en-GB" dirty="0"/>
            </a:br>
            <a:br>
              <a:rPr lang="en-GB" dirty="0"/>
            </a:br>
            <a:r>
              <a:rPr lang="en-GB" dirty="0"/>
              <a:t>* Which problem are we trying to solve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FED2-C46B-93A7-FA51-B1454157F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3349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/>
              <a:t>Objectives </a:t>
            </a:r>
          </a:p>
          <a:p>
            <a:r>
              <a:rPr lang="en-GB" sz="3600" dirty="0"/>
              <a:t>Objective 1</a:t>
            </a:r>
          </a:p>
          <a:p>
            <a:r>
              <a:rPr lang="en-GB" sz="3600" dirty="0"/>
              <a:t>Objective 2</a:t>
            </a:r>
            <a:endParaRPr lang="en-IN" sz="3600" dirty="0"/>
          </a:p>
          <a:p>
            <a:r>
              <a:rPr lang="en-IN" sz="3600" dirty="0"/>
              <a:t>…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28502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D4502-E118-03EC-6FF3-9FC46561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Dataset Overview and Pre-Processing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C16EB-AA77-1DA7-8987-C0ED22BB5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70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0679-06C3-C0A7-B7A3-367C656CA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Feature Engineering, Tools and Techniques used in the analysis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9FDAA-DCDB-E5C8-6C4E-186E7385D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8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6449-846B-B512-E87A-70C75404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with visuals, interpretations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2A638-5F51-713E-7C30-7E58DC05A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Try to have 8 to 10 slides for </a:t>
            </a:r>
            <a:r>
              <a:rPr lang="en-GB" dirty="0"/>
              <a:t>Visuals and Interpretations</a:t>
            </a:r>
          </a:p>
          <a:p>
            <a:r>
              <a:rPr lang="en-GB" dirty="0"/>
              <a:t>Includes MS- excel, Power bi and Eda using python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87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173A-221F-28C4-8B04-33E2D367B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Automations using SQL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DCC23-ED64-752E-E001-B1815711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19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29E6-71FA-E238-A64A-3CFE39A565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Statistical </a:t>
            </a:r>
            <a:r>
              <a:rPr lang="en-GB" dirty="0" err="1"/>
              <a:t>Testings</a:t>
            </a:r>
            <a:r>
              <a:rPr lang="en-GB" dirty="0"/>
              <a:t> and Conclusion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3380B-3BEE-39BA-3F24-DA65FAA5C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Mention the name of the test, null and alternate hypothesis,</a:t>
            </a:r>
          </a:p>
          <a:p>
            <a:r>
              <a:rPr lang="en-GB" dirty="0"/>
              <a:t>Business and Statistical conclusion</a:t>
            </a:r>
          </a:p>
          <a:p>
            <a:endParaRPr lang="en-GB" dirty="0"/>
          </a:p>
          <a:p>
            <a:pPr marL="342900" indent="-342900">
              <a:buFontTx/>
              <a:buChar char="-"/>
            </a:pPr>
            <a:r>
              <a:rPr lang="en-GB" dirty="0"/>
              <a:t>Have the formula, critical value, alpha value – all the numerical values in the notes section for quick reference</a:t>
            </a:r>
          </a:p>
          <a:p>
            <a:pPr marL="342900" indent="-34290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02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5CC2-FB55-9E62-B023-30F82D7C7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ML Models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E9A89-2437-C76E-4E29-0D9EF36DB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Type of the model</a:t>
            </a:r>
          </a:p>
          <a:p>
            <a:r>
              <a:rPr lang="en-GB" dirty="0"/>
              <a:t>Input features</a:t>
            </a:r>
          </a:p>
          <a:p>
            <a:r>
              <a:rPr lang="en-GB" dirty="0"/>
              <a:t>Performance of the model with </a:t>
            </a:r>
            <a:r>
              <a:rPr lang="en-GB" dirty="0" err="1"/>
              <a:t>parametrics</a:t>
            </a:r>
            <a:endParaRPr lang="en-GB" dirty="0"/>
          </a:p>
          <a:p>
            <a:r>
              <a:rPr lang="en-GB" dirty="0"/>
              <a:t>Benefits of the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750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DBAC-7F96-AEA3-0754-A289E657AA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Business Recommendations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A1D38-3552-EE0B-9FD4-BA8016E20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01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504-2119-72D9-7081-3A88E142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86EA-B4EA-B22F-5749-857276CF7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Summary of your findings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56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8613-5F34-AA54-8AFE-D03ABA5E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8BB4-ADE4-4EF5-3B19-EA472D52D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Conclusions should be mapped with the objectives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17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012A-5E73-1E2A-C552-C2191A2A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2520497"/>
            <a:ext cx="2699657" cy="1325563"/>
          </a:xfrm>
        </p:spPr>
        <p:txBody>
          <a:bodyPr/>
          <a:lstStyle/>
          <a:p>
            <a:r>
              <a:rPr lang="en-GB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090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341</TotalTime>
  <Words>173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Title of the Project</vt:lpstr>
      <vt:lpstr>Problem Statement  * Which problem are we trying to solve </vt:lpstr>
      <vt:lpstr>Dataset Overview and Pre-Processing techniques</vt:lpstr>
      <vt:lpstr>Feature Engineering, Tools and Techniques used in the analysis </vt:lpstr>
      <vt:lpstr>Analysis with visuals, interpretations </vt:lpstr>
      <vt:lpstr>Automations using SQL </vt:lpstr>
      <vt:lpstr>Statistical Testings and Conclusion</vt:lpstr>
      <vt:lpstr>ML Models </vt:lpstr>
      <vt:lpstr>Business Recommendations </vt:lpstr>
      <vt:lpstr>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shanmugam</dc:creator>
  <cp:lastModifiedBy>priya shanmugam</cp:lastModifiedBy>
  <cp:revision>7</cp:revision>
  <dcterms:created xsi:type="dcterms:W3CDTF">2025-10-13T10:11:28Z</dcterms:created>
  <dcterms:modified xsi:type="dcterms:W3CDTF">2026-06-22T04:49:13Z</dcterms:modified>
</cp:coreProperties>
</file>